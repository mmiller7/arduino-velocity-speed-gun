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596" y="-78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C989-3190-49D1-A5A4-99772C6CA49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9007B-AFF5-44B0-8344-1DB57390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41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9007B-AFF5-44B0-8344-1DB57390AA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33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5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7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48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6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5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0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8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9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85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CC4AA-6DC0-4A6C-864C-7C4BEF0920F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888E1-E250-4210-A822-16D84223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7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electrosome.com/wp-content/uploads/2013/02/Relay-Symbols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98950" y="1600200"/>
            <a:ext cx="730250" cy="57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Resistor? Construction, Circuit Diagram and ...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36" t="23171" r="14036" b="23171"/>
          <a:stretch/>
        </p:blipFill>
        <p:spPr bwMode="auto">
          <a:xfrm>
            <a:off x="3429000" y="2068573"/>
            <a:ext cx="752474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hat is a Resistor? Construction, Circuit Diagram and ...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36" t="23171" r="14036" b="23171"/>
          <a:stretch/>
        </p:blipFill>
        <p:spPr bwMode="auto">
          <a:xfrm>
            <a:off x="3429000" y="1494631"/>
            <a:ext cx="752474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9455" y="1437501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+5V USB Input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656672" y="2009001"/>
            <a:ext cx="943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USB Ground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3556148" y="1335450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</a:t>
            </a:r>
            <a:r>
              <a:rPr lang="el-GR" sz="1200" dirty="0" smtClean="0">
                <a:latin typeface="Calibri"/>
                <a:cs typeface="Calibri"/>
              </a:rPr>
              <a:t>Ω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3556148" y="1905874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</a:t>
            </a:r>
            <a:r>
              <a:rPr lang="el-GR" sz="1200" dirty="0" smtClean="0">
                <a:latin typeface="Calibri"/>
                <a:cs typeface="Calibri"/>
              </a:rPr>
              <a:t>Ω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00200" y="1600200"/>
            <a:ext cx="1828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00200" y="2171700"/>
            <a:ext cx="182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743200" y="800100"/>
            <a:ext cx="0" cy="8001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200400" y="1143000"/>
            <a:ext cx="0" cy="10287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71800" y="685800"/>
            <a:ext cx="571500" cy="4572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857500" y="342900"/>
            <a:ext cx="786369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3.3V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Regulator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2877876" y="637401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</a:t>
            </a:r>
            <a:endParaRPr lang="en-US" sz="12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2743200" y="800100"/>
            <a:ext cx="228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71800" y="91440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GND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170214" y="63740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OUT</a:t>
            </a:r>
            <a:endParaRPr lang="en-US" sz="12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3543300" y="800100"/>
            <a:ext cx="1143000" cy="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5400000">
            <a:off x="4824797" y="1738697"/>
            <a:ext cx="517193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5V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Relay</a:t>
            </a:r>
            <a:endParaRPr lang="en-US" sz="1200" dirty="0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4686300" y="800100"/>
            <a:ext cx="0" cy="8001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924670" y="659368"/>
            <a:ext cx="715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Battery+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924670" y="132320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V+ Out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6903720" y="2237601"/>
            <a:ext cx="11440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Battery Ground</a:t>
            </a:r>
            <a:endParaRPr lang="en-US" sz="12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4914900" y="800100"/>
            <a:ext cx="2057400" cy="509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14900" y="800100"/>
            <a:ext cx="0" cy="8001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800600" y="2145268"/>
            <a:ext cx="0" cy="940832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800600" y="2286000"/>
            <a:ext cx="685800" cy="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486400" y="1485900"/>
            <a:ext cx="0" cy="8001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486400" y="1485900"/>
            <a:ext cx="1485900" cy="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6858000" y="1257300"/>
            <a:ext cx="0" cy="2286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858000" y="800100"/>
            <a:ext cx="0" cy="2286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55863" y="994209"/>
            <a:ext cx="596382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</a:t>
            </a:r>
          </a:p>
          <a:p>
            <a:pPr algn="ctr">
              <a:lnSpc>
                <a:spcPts val="1000"/>
              </a:lnSpc>
            </a:pPr>
            <a:r>
              <a:rPr lang="en-US" sz="1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TRACE</a:t>
            </a:r>
            <a:endParaRPr lang="en-US" sz="1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flipV="1">
            <a:off x="3429000" y="2171700"/>
            <a:ext cx="0" cy="30861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429000" y="2400300"/>
            <a:ext cx="35433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200400" y="1257300"/>
            <a:ext cx="5715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3771900" y="1143000"/>
            <a:ext cx="0" cy="1143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771900" y="800100"/>
            <a:ext cx="0" cy="1143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Capacitor Symbols: A Complete Guide to Capacitor Types in Circuit Diagrams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3662568" y="957052"/>
            <a:ext cx="228600" cy="14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/>
          <p:cNvSpPr txBox="1"/>
          <p:nvPr/>
        </p:nvSpPr>
        <p:spPr>
          <a:xfrm rot="5400000">
            <a:off x="3624905" y="947605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470uF</a:t>
            </a:r>
            <a:endParaRPr lang="en-US" sz="1200" dirty="0"/>
          </a:p>
        </p:txBody>
      </p:sp>
      <p:sp>
        <p:nvSpPr>
          <p:cNvPr id="82" name="Rectangle 81"/>
          <p:cNvSpPr/>
          <p:nvPr/>
        </p:nvSpPr>
        <p:spPr>
          <a:xfrm>
            <a:off x="5042931" y="2971800"/>
            <a:ext cx="571500" cy="4572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4928631" y="2628900"/>
            <a:ext cx="786369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5V Boost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Regulator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4949007" y="2923401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</a:t>
            </a:r>
            <a:endParaRPr 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5042931" y="322185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GND</a:t>
            </a:r>
            <a:endParaRPr lang="en-US" sz="1200" dirty="0"/>
          </a:p>
        </p:txBody>
      </p:sp>
      <p:sp>
        <p:nvSpPr>
          <p:cNvPr id="87" name="TextBox 86"/>
          <p:cNvSpPr txBox="1"/>
          <p:nvPr/>
        </p:nvSpPr>
        <p:spPr>
          <a:xfrm>
            <a:off x="5241345" y="292340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OUT</a:t>
            </a:r>
            <a:endParaRPr lang="en-US" sz="1200" dirty="0"/>
          </a:p>
        </p:txBody>
      </p:sp>
      <p:cxnSp>
        <p:nvCxnSpPr>
          <p:cNvPr id="91" name="Straight Connector 90"/>
          <p:cNvCxnSpPr/>
          <p:nvPr/>
        </p:nvCxnSpPr>
        <p:spPr>
          <a:xfrm>
            <a:off x="3429000" y="3543300"/>
            <a:ext cx="24003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5257800" y="3429000"/>
            <a:ext cx="0" cy="114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800600" y="3086100"/>
            <a:ext cx="228600" cy="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600700" y="3086100"/>
            <a:ext cx="685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5829810" y="3428999"/>
            <a:ext cx="0" cy="1143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5829810" y="3086099"/>
            <a:ext cx="0" cy="1143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6" descr="Capacitor Symbols: A Complete Guide to Capacitor Types in Circuit Diagrams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5720478" y="3243051"/>
            <a:ext cx="228600" cy="14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TextBox 101"/>
          <p:cNvSpPr txBox="1"/>
          <p:nvPr/>
        </p:nvSpPr>
        <p:spPr>
          <a:xfrm rot="5400000">
            <a:off x="5682305" y="3207414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100uF</a:t>
            </a:r>
            <a:endParaRPr lang="en-US" sz="1200" dirty="0"/>
          </a:p>
        </p:txBody>
      </p:sp>
      <p:sp>
        <p:nvSpPr>
          <p:cNvPr id="94" name="Rectangle 93"/>
          <p:cNvSpPr/>
          <p:nvPr/>
        </p:nvSpPr>
        <p:spPr>
          <a:xfrm>
            <a:off x="4114800" y="4343400"/>
            <a:ext cx="4572000" cy="18288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Arduino Micro</a:t>
            </a:r>
          </a:p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(or Leonardo, or ATmega32u4)</a:t>
            </a:r>
          </a:p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5" name="Straight Connector 104"/>
          <p:cNvCxnSpPr/>
          <p:nvPr/>
        </p:nvCxnSpPr>
        <p:spPr>
          <a:xfrm flipV="1">
            <a:off x="2171700" y="1600200"/>
            <a:ext cx="0" cy="18288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4" descr="What is a Resistor? Construction, Circuit Diagram and ...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36" t="23171" r="14036" b="23171"/>
          <a:stretch/>
        </p:blipFill>
        <p:spPr bwMode="auto">
          <a:xfrm rot="5400000">
            <a:off x="1795462" y="3700462"/>
            <a:ext cx="752474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TextBox 107"/>
          <p:cNvSpPr txBox="1"/>
          <p:nvPr/>
        </p:nvSpPr>
        <p:spPr>
          <a:xfrm rot="5400000">
            <a:off x="2089317" y="3643831"/>
            <a:ext cx="436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1k</a:t>
            </a:r>
            <a:r>
              <a:rPr lang="el-GR" sz="1200" dirty="0" smtClean="0">
                <a:latin typeface="Calibri"/>
                <a:cs typeface="Calibri"/>
              </a:rPr>
              <a:t>Ω</a:t>
            </a:r>
            <a:endParaRPr lang="en-US" sz="1200" dirty="0"/>
          </a:p>
        </p:txBody>
      </p:sp>
      <p:pic>
        <p:nvPicPr>
          <p:cNvPr id="1032" name="Picture 8" descr="File:Transistor NPN symbol.png - Wikimedia Commons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72045" y="4343400"/>
            <a:ext cx="8712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/>
          <p:cNvSpPr txBox="1"/>
          <p:nvPr/>
        </p:nvSpPr>
        <p:spPr>
          <a:xfrm>
            <a:off x="4114800" y="514350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GND</a:t>
            </a:r>
            <a:endParaRPr lang="en-US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4125558" y="4343400"/>
            <a:ext cx="332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5v</a:t>
            </a:r>
            <a:endParaRPr lang="en-US" sz="12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2743200" y="5257800"/>
            <a:ext cx="1371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2171355" y="4181474"/>
            <a:ext cx="345" cy="61912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114800" y="5666601"/>
            <a:ext cx="796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USB DATA</a:t>
            </a:r>
            <a:endParaRPr lang="en-US" sz="1200" dirty="0"/>
          </a:p>
        </p:txBody>
      </p:sp>
      <p:cxnSp>
        <p:nvCxnSpPr>
          <p:cNvPr id="122" name="Straight Connector 121"/>
          <p:cNvCxnSpPr/>
          <p:nvPr/>
        </p:nvCxnSpPr>
        <p:spPr>
          <a:xfrm flipV="1">
            <a:off x="6286500" y="3086100"/>
            <a:ext cx="0" cy="5715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3657600" y="3657600"/>
            <a:ext cx="26289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V="1">
            <a:off x="3657600" y="4914900"/>
            <a:ext cx="0" cy="3429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Picture 6" descr="Capacitor Symbols: A Complete Guide to Capacitor Types in Circuit Diagrams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3545475" y="4728951"/>
            <a:ext cx="228600" cy="14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TextBox 128"/>
          <p:cNvSpPr txBox="1"/>
          <p:nvPr/>
        </p:nvSpPr>
        <p:spPr>
          <a:xfrm rot="5400000">
            <a:off x="3510605" y="4637900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470uF</a:t>
            </a:r>
            <a:endParaRPr lang="en-US" sz="1200" dirty="0"/>
          </a:p>
        </p:txBody>
      </p:sp>
      <p:cxnSp>
        <p:nvCxnSpPr>
          <p:cNvPr id="132" name="Straight Connector 131"/>
          <p:cNvCxnSpPr/>
          <p:nvPr/>
        </p:nvCxnSpPr>
        <p:spPr>
          <a:xfrm flipH="1" flipV="1">
            <a:off x="3657600" y="3657600"/>
            <a:ext cx="1" cy="10287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3657600" y="4457700"/>
            <a:ext cx="4572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837042" y="2466201"/>
            <a:ext cx="763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USB Data</a:t>
            </a:r>
            <a:endParaRPr lang="en-US" sz="1200" dirty="0"/>
          </a:p>
        </p:txBody>
      </p:sp>
      <p:cxnSp>
        <p:nvCxnSpPr>
          <p:cNvPr id="143" name="Straight Connector 142"/>
          <p:cNvCxnSpPr/>
          <p:nvPr/>
        </p:nvCxnSpPr>
        <p:spPr>
          <a:xfrm>
            <a:off x="1600200" y="2628900"/>
            <a:ext cx="2286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1828800" y="2628900"/>
            <a:ext cx="0" cy="32004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1828800" y="5829300"/>
            <a:ext cx="22860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1602581" y="2651760"/>
            <a:ext cx="2033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flipV="1">
            <a:off x="1805940" y="2651760"/>
            <a:ext cx="0" cy="3200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1805940" y="5852160"/>
            <a:ext cx="230886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Picture 4" descr="What is a Resistor? Construction, Circuit Diagram and ...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36" t="23171" r="14036" b="23171"/>
          <a:stretch/>
        </p:blipFill>
        <p:spPr bwMode="auto">
          <a:xfrm rot="5400000">
            <a:off x="2370171" y="3862388"/>
            <a:ext cx="752474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TextBox 155"/>
          <p:cNvSpPr txBox="1"/>
          <p:nvPr/>
        </p:nvSpPr>
        <p:spPr>
          <a:xfrm rot="5400000">
            <a:off x="2664026" y="3805757"/>
            <a:ext cx="436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1k</a:t>
            </a:r>
            <a:r>
              <a:rPr lang="el-GR" sz="1200" dirty="0" smtClean="0">
                <a:latin typeface="Calibri"/>
                <a:cs typeface="Calibri"/>
              </a:rPr>
              <a:t>Ω</a:t>
            </a:r>
            <a:endParaRPr lang="en-US" sz="1200" dirty="0"/>
          </a:p>
        </p:txBody>
      </p:sp>
      <p:cxnSp>
        <p:nvCxnSpPr>
          <p:cNvPr id="157" name="Straight Connector 156"/>
          <p:cNvCxnSpPr/>
          <p:nvPr/>
        </p:nvCxnSpPr>
        <p:spPr>
          <a:xfrm flipV="1">
            <a:off x="2742855" y="3314699"/>
            <a:ext cx="3553" cy="276227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flipH="1">
            <a:off x="2746754" y="3314701"/>
            <a:ext cx="453646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3196847" y="3314702"/>
            <a:ext cx="3553" cy="800098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H="1">
            <a:off x="3203955" y="4114800"/>
            <a:ext cx="193718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524806" y="4343400"/>
            <a:ext cx="1259254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D7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(USB </a:t>
            </a:r>
            <a:r>
              <a:rPr lang="en-US" sz="1200" dirty="0" err="1" smtClean="0"/>
              <a:t>Pwr</a:t>
            </a:r>
            <a:r>
              <a:rPr lang="en-US" sz="1200" dirty="0" smtClean="0"/>
              <a:t> Detect)</a:t>
            </a:r>
            <a:endParaRPr lang="en-US" sz="1200" dirty="0"/>
          </a:p>
        </p:txBody>
      </p:sp>
      <p:cxnSp>
        <p:nvCxnSpPr>
          <p:cNvPr id="170" name="Straight Connector 169"/>
          <p:cNvCxnSpPr/>
          <p:nvPr/>
        </p:nvCxnSpPr>
        <p:spPr>
          <a:xfrm flipH="1" flipV="1">
            <a:off x="5141140" y="4114800"/>
            <a:ext cx="2360" cy="22860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6057900" y="4343400"/>
            <a:ext cx="705770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D2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(Trigger)</a:t>
            </a:r>
            <a:endParaRPr lang="en-US" sz="1200" dirty="0"/>
          </a:p>
        </p:txBody>
      </p:sp>
      <p:sp>
        <p:nvSpPr>
          <p:cNvPr id="175" name="TextBox 174"/>
          <p:cNvSpPr txBox="1"/>
          <p:nvPr/>
        </p:nvSpPr>
        <p:spPr>
          <a:xfrm>
            <a:off x="5029200" y="5838775"/>
            <a:ext cx="739305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(</a:t>
            </a:r>
            <a:r>
              <a:rPr lang="en-US" sz="1200" dirty="0" err="1" smtClean="0"/>
              <a:t>Pwr</a:t>
            </a:r>
            <a:r>
              <a:rPr lang="en-US" sz="1200" dirty="0" smtClean="0"/>
              <a:t> On)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D3</a:t>
            </a:r>
            <a:endParaRPr lang="en-US" sz="1200" dirty="0"/>
          </a:p>
        </p:txBody>
      </p:sp>
      <p:sp>
        <p:nvSpPr>
          <p:cNvPr id="176" name="TextBox 175"/>
          <p:cNvSpPr txBox="1"/>
          <p:nvPr/>
        </p:nvSpPr>
        <p:spPr>
          <a:xfrm>
            <a:off x="5715000" y="5715000"/>
            <a:ext cx="752834" cy="485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(</a:t>
            </a:r>
            <a:r>
              <a:rPr lang="en-US" sz="1200" dirty="0" err="1" smtClean="0"/>
              <a:t>Pwr</a:t>
            </a:r>
            <a:r>
              <a:rPr lang="en-US" sz="1200" dirty="0" smtClean="0"/>
              <a:t> Off)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A11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D12</a:t>
            </a:r>
            <a:endParaRPr lang="en-US" sz="1200" dirty="0"/>
          </a:p>
        </p:txBody>
      </p:sp>
      <p:sp>
        <p:nvSpPr>
          <p:cNvPr id="182" name="Rectangle 181"/>
          <p:cNvSpPr/>
          <p:nvPr/>
        </p:nvSpPr>
        <p:spPr>
          <a:xfrm>
            <a:off x="6559551" y="402190"/>
            <a:ext cx="1347504" cy="15409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TextBox 1053"/>
          <p:cNvSpPr txBox="1"/>
          <p:nvPr/>
        </p:nvSpPr>
        <p:spPr>
          <a:xfrm>
            <a:off x="6754621" y="402190"/>
            <a:ext cx="101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Trigger Board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6892904" y="1666101"/>
            <a:ext cx="612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Trigger</a:t>
            </a:r>
            <a:endParaRPr lang="en-US" sz="1200" dirty="0"/>
          </a:p>
        </p:txBody>
      </p:sp>
      <p:cxnSp>
        <p:nvCxnSpPr>
          <p:cNvPr id="185" name="Straight Connector 184"/>
          <p:cNvCxnSpPr/>
          <p:nvPr/>
        </p:nvCxnSpPr>
        <p:spPr>
          <a:xfrm>
            <a:off x="6400800" y="1828800"/>
            <a:ext cx="5715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400800" y="1828800"/>
            <a:ext cx="0" cy="25146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/>
          <p:cNvSpPr/>
          <p:nvPr/>
        </p:nvSpPr>
        <p:spPr>
          <a:xfrm>
            <a:off x="4114800" y="6286500"/>
            <a:ext cx="4572000" cy="457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Radar Gun Control Board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4" name="Straight Connector 193"/>
          <p:cNvCxnSpPr/>
          <p:nvPr/>
        </p:nvCxnSpPr>
        <p:spPr>
          <a:xfrm>
            <a:off x="5372100" y="617220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6057900" y="617220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5208865" y="631430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R1</a:t>
            </a:r>
            <a:endParaRPr lang="en-US" sz="1200" dirty="0"/>
          </a:p>
        </p:txBody>
      </p:sp>
      <p:sp>
        <p:nvSpPr>
          <p:cNvPr id="200" name="TextBox 199"/>
          <p:cNvSpPr txBox="1"/>
          <p:nvPr/>
        </p:nvSpPr>
        <p:spPr>
          <a:xfrm>
            <a:off x="5854972" y="6314301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Trace</a:t>
            </a:r>
            <a:endParaRPr lang="en-US" sz="1200" dirty="0"/>
          </a:p>
        </p:txBody>
      </p:sp>
      <p:sp>
        <p:nvSpPr>
          <p:cNvPr id="201" name="TextBox 200"/>
          <p:cNvSpPr txBox="1"/>
          <p:nvPr/>
        </p:nvSpPr>
        <p:spPr>
          <a:xfrm>
            <a:off x="7045123" y="5829300"/>
            <a:ext cx="841577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 smtClean="0"/>
              <a:t>(LCD Data)</a:t>
            </a:r>
          </a:p>
          <a:p>
            <a:pPr algn="ctr">
              <a:lnSpc>
                <a:spcPts val="1000"/>
              </a:lnSpc>
            </a:pPr>
            <a:r>
              <a:rPr lang="en-US" sz="1200" dirty="0" smtClean="0"/>
              <a:t>A0 - A10</a:t>
            </a:r>
            <a:endParaRPr lang="en-US" sz="1200" dirty="0"/>
          </a:p>
        </p:txBody>
      </p:sp>
      <p:sp>
        <p:nvSpPr>
          <p:cNvPr id="202" name="TextBox 201"/>
          <p:cNvSpPr txBox="1"/>
          <p:nvPr/>
        </p:nvSpPr>
        <p:spPr>
          <a:xfrm>
            <a:off x="7127875" y="6311900"/>
            <a:ext cx="715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LCD Pins</a:t>
            </a:r>
          </a:p>
        </p:txBody>
      </p:sp>
      <p:cxnSp>
        <p:nvCxnSpPr>
          <p:cNvPr id="203" name="Straight Connector 202"/>
          <p:cNvCxnSpPr/>
          <p:nvPr/>
        </p:nvCxnSpPr>
        <p:spPr>
          <a:xfrm>
            <a:off x="7315200" y="6172200"/>
            <a:ext cx="0" cy="2286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>
            <a:off x="7346950" y="6172200"/>
            <a:ext cx="0" cy="2286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>
            <a:off x="7378700" y="6172200"/>
            <a:ext cx="0" cy="2286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7410450" y="6172200"/>
            <a:ext cx="0" cy="2286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>
            <a:off x="7442200" y="617220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>
            <a:off x="7473950" y="617220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>
            <a:off x="7505700" y="6172200"/>
            <a:ext cx="0" cy="2286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>
            <a:off x="7537450" y="6172200"/>
            <a:ext cx="0" cy="228600"/>
          </a:xfrm>
          <a:prstGeom prst="line">
            <a:avLst/>
          </a:prstGeom>
          <a:ln w="12700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7569200" y="6172200"/>
            <a:ext cx="0" cy="2286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7600950" y="6172200"/>
            <a:ext cx="0" cy="2286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>
            <a:off x="7632700" y="617220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angle 219"/>
          <p:cNvSpPr/>
          <p:nvPr/>
        </p:nvSpPr>
        <p:spPr>
          <a:xfrm>
            <a:off x="252696" y="1316590"/>
            <a:ext cx="1347504" cy="15409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TextBox 220"/>
          <p:cNvSpPr txBox="1"/>
          <p:nvPr/>
        </p:nvSpPr>
        <p:spPr>
          <a:xfrm>
            <a:off x="2514600" y="463790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NPN</a:t>
            </a:r>
            <a:endParaRPr lang="en-US" sz="1200" dirty="0"/>
          </a:p>
        </p:txBody>
      </p:sp>
      <p:sp>
        <p:nvSpPr>
          <p:cNvPr id="222" name="TextBox 221"/>
          <p:cNvSpPr txBox="1"/>
          <p:nvPr/>
        </p:nvSpPr>
        <p:spPr>
          <a:xfrm>
            <a:off x="114300" y="114300"/>
            <a:ext cx="1160254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Schematic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40" name="Picture 10" descr="Diode Symbols: A Comprehensive Guide to Understanding Circuit Diagrams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6200000">
            <a:off x="3950155" y="1764845"/>
            <a:ext cx="571500" cy="24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7" name="Straight Connector 226"/>
          <p:cNvCxnSpPr/>
          <p:nvPr/>
        </p:nvCxnSpPr>
        <p:spPr>
          <a:xfrm>
            <a:off x="4138610" y="1600200"/>
            <a:ext cx="27384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4136229" y="2171700"/>
            <a:ext cx="2738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3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Y:\Desktop\Bushnell Speed Gun\DSC_753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6200000">
            <a:off x="1111250" y="-1174751"/>
            <a:ext cx="6857999" cy="920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3543300" y="1714500"/>
            <a:ext cx="169068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996597" y="1257300"/>
            <a:ext cx="889603" cy="45140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143500" y="3886200"/>
            <a:ext cx="186230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53997" y="4229100"/>
            <a:ext cx="933589" cy="45140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Battery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Positive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8271970" y="2514600"/>
            <a:ext cx="300530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77169" y="1371600"/>
            <a:ext cx="1066831" cy="1169551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L-shaped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 Trace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eparate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Battery +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oard V+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743700" y="3188256"/>
            <a:ext cx="305361" cy="240744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24411" y="2736850"/>
            <a:ext cx="933589" cy="45140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Board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Positive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6515100" y="3657600"/>
            <a:ext cx="457200" cy="4572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4114800"/>
            <a:ext cx="1066831" cy="1169551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L-shaped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 Trace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eparate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Battery +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oard V+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7315200" y="3905250"/>
            <a:ext cx="364442" cy="2159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29500" y="4133850"/>
            <a:ext cx="1241045" cy="630942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Not Cut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ottom 2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races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7315200" y="3429000"/>
            <a:ext cx="457200" cy="1143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971" y="3255258"/>
            <a:ext cx="1142429" cy="630942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3 Pins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 tied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together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" y="114300"/>
            <a:ext cx="4381199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Trigger Board “Rev B” Modification Diagram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27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Y:\Desktop\Bushnell Speed Gun\DSC_7534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2" y="-1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 rot="16016744">
            <a:off x="5478505" y="2241175"/>
            <a:ext cx="679994" cy="305468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--A10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--A9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--A8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--A7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--A6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--A5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--A4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--A3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--A2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--A1</a:t>
            </a:r>
          </a:p>
          <a:p>
            <a:r>
              <a:rPr lang="en-US" sz="17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--A0</a:t>
            </a:r>
            <a:endParaRPr lang="en-US" sz="1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291263" y="4914900"/>
            <a:ext cx="109537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291263" y="4710103"/>
            <a:ext cx="200034" cy="2000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57900" y="5243556"/>
            <a:ext cx="647934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PWR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200900" y="4505339"/>
            <a:ext cx="109537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200900" y="4300542"/>
            <a:ext cx="200034" cy="2000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962774" y="4830588"/>
            <a:ext cx="647934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PWR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" y="114300"/>
            <a:ext cx="3268587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Main Board Modification Wiring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43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Y:\Desktop\Bushnell Speed Gun\DSC_753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 rot="16642006">
            <a:off x="4554015" y="2920550"/>
            <a:ext cx="756938" cy="3477875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--A10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--A9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--A8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--A7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--A6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--A5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--A4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--A3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--A2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--A1</a:t>
            </a:r>
          </a:p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--A0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257800" y="6286500"/>
            <a:ext cx="109537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86300" y="6570101"/>
            <a:ext cx="1008609" cy="287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PWR ON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291263" y="6057900"/>
            <a:ext cx="109537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5766" y="6390564"/>
            <a:ext cx="647934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PWR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" y="114300"/>
            <a:ext cx="3268587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Main Board Modification Wiring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73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Y:\Desktop\Bushnell Speed Gun\DSC_754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686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V="1">
            <a:off x="6824897" y="3086100"/>
            <a:ext cx="109537" cy="3429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629400" y="3418764"/>
            <a:ext cx="2198038" cy="170816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Cut/Remove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uide</a:t>
            </a: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1/4 to 3/8 inch</a:t>
            </a:r>
          </a:p>
          <a:p>
            <a:pPr>
              <a:lnSpc>
                <a:spcPts val="1400"/>
              </a:lnSpc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400"/>
              </a:lnSpc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portion of the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uide will damage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trace for the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ower-off wire</a:t>
            </a:r>
          </a:p>
          <a:p>
            <a:pPr>
              <a:lnSpc>
                <a:spcPts val="14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hen board installed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val 5"/>
          <p:cNvSpPr/>
          <p:nvPr/>
        </p:nvSpPr>
        <p:spPr>
          <a:xfrm>
            <a:off x="6629400" y="2057400"/>
            <a:ext cx="1028700" cy="10287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" y="114300"/>
            <a:ext cx="1904176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Case Modification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38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227</Words>
  <Application>Microsoft Office PowerPoint</Application>
  <PresentationFormat>On-screen Show (4:3)</PresentationFormat>
  <Paragraphs>119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Miller</dc:creator>
  <cp:lastModifiedBy>Matthew Miller</cp:lastModifiedBy>
  <cp:revision>112</cp:revision>
  <dcterms:created xsi:type="dcterms:W3CDTF">2025-12-26T14:51:24Z</dcterms:created>
  <dcterms:modified xsi:type="dcterms:W3CDTF">2025-12-26T16:54:15Z</dcterms:modified>
</cp:coreProperties>
</file>